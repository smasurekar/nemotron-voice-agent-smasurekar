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Logic view. The frontend LLM calls delegate() once per turn. The Interaction Manager maps backend state and the request argument to a Hermes call. The filler is spoken at once; the answer is spoken when the backend finishes.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system view: three processes (voice server Py 3.12, gateway Py 3.12, Hermes worker Py 3.14) connected by a WebSocket and a Unix socket.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workflow.csv (12 rows), checked by test_fdh_workflow_table.py.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Voice Frontend Delegation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 a Hermes Backend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Architecture of the nemotron-voice-agent prototype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src/prototypes/voice_delegation_hermes_agent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3EFFC"/>
          </a:solidFill>
          <a:ln w="25400">
            <a:solidFill>
              <a:srgbClr val="2A78D6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Frontend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nemotron-3.5-lightning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97680" y="4754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2F4EC"/>
          </a:solidFill>
          <a:ln w="25400">
            <a:solidFill>
              <a:srgbClr val="1D9A6C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Gateway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per-session state machine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4754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 w="25400">
            <a:solidFill>
              <a:srgbClr val="EB683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AIAgent, nemotron-3-ultra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 fast frontend LLM keeps the conversation going; a reasoning backend does the work in the background.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371600" cy="3200400"/>
          </a:xfrm>
          <a:prstGeom prst="roundRect">
            <a:avLst>
              <a:gd name="adj" fmla="val 5333"/>
            </a:avLst>
          </a:prstGeom>
          <a:solidFill>
            <a:srgbClr val="ECEEF1"/>
          </a:solidFill>
          <a:ln w="25400">
            <a:solidFill>
              <a:srgbClr val="7A828C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User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Speaks and listens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Executes the backend's tools on the client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50592" y="13716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E3EFFC"/>
          </a:solidFill>
          <a:ln w="254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87752" y="14356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Frontend LLM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nemotron-3.5-lightning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Non-reasoning LLM · every turn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87752" y="205740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delegate(delegate, filler_text, request)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forced call per user turn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87752" y="2670048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delegate: true | false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true: backend acts; false: answer directly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87752" y="3282696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filler_text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spoken to the user at once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87752" y="3895344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request: task | status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new work or correction | progress question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15584" y="13716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E2F4EC"/>
          </a:solidFill>
          <a:ln w="25400">
            <a:solidFill>
              <a:srgbClr val="1D9A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52744" y="14356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Interaction Manager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 state × request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52744" y="20574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Idle or no session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task or status → run_conversation()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52744" y="27432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Working · request = task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steer() / redirect()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52744" y="34290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Working · request = status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get_activity_summary()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52744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request changes the Hermes call only while the backend is working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80576" y="13716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DEEE6"/>
          </a:solidFill>
          <a:ln w="25400">
            <a:solidFill>
              <a:srgbClr val="EB68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7736" y="143560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backend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nemotron-3-ultra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Reasoning LLM · Hermes AIAgent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17736" y="20574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Reasons and plans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thinking enabled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17736" y="28803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Calls tools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executed on the client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17736" y="37033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Returns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answer or progress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0" y="2468880"/>
            <a:ext cx="621792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828800" y="20116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speech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93792" y="2468880"/>
            <a:ext cx="621792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193792" y="20116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= true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58784" y="2468880"/>
            <a:ext cx="621792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558784" y="20116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call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52120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CEEF1"/>
          </a:solidFill>
          <a:ln w="25400">
            <a:solidFill>
              <a:srgbClr val="7A828C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User hears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speech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08960" y="52120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9D9C7"/>
          </a:solidFill>
          <a:ln w="25400">
            <a:solidFill>
              <a:srgbClr val="EB6834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Output queue → speech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response at a time; never over the user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80576" y="52120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DEEE6"/>
          </a:solidFill>
          <a:ln w="25400">
            <a:solidFill>
              <a:srgbClr val="EB6834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Answer or status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status is put into words by the frontend LLM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40480" y="4572000"/>
            <a:ext cx="0" cy="64008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931920" y="4754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filler_text, spoken at once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460736" y="4572000"/>
            <a:ext cx="0" cy="64008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6766560" y="5623560"/>
            <a:ext cx="2414016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1828800" y="5623560"/>
            <a:ext cx="128016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Fast path: the user hears a filler immediately. Slow path: the backend works in the background and its answer is spoken when ready.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The delegate tool and the Hermes calls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The frontend LLM calls delegate() once per turn; the gateway turns it into a Hermes call.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384048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Argument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Type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Meaning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Hermes side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delegate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boolean, required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true: the backend must act on this turn. false: nothing for the backend (thanks, backchannel)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false: no Hermes call. true: the call is chosen from the table below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filler_text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string, required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What the user hears at once, e.g. "Let me check that for you"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Not a Hermes call. Spoken immediately; reaches Hermes as context only if the user heard it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request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task | status, default task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task: new work, follow-up or correction. status: "how is it going?"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Changes the Hermes call only while the backend is working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call by backend state (delegate = true)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9768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Backend state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request = task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request = status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No session yet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new AIAgent, then run_conversation()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same: a new run with this query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Idle (mid-conversation)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run_conversation() on the existing session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same: a follow-up run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Working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redirect() during a model call, otherwise steer()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get_activity_summary(); the running task is not disturbed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Appendix: detailed system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ECEEF1"/>
          </a:solidFill>
          <a:ln w="25400">
            <a:solidFill>
              <a:srgbClr val="7A828C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Realtime client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τ³-voice (:8775) or browser page (:8776)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mic audio, session.update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runs function_call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3657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1EBF8"/>
          </a:solidFill>
          <a:ln w="25400">
            <a:solidFill>
              <a:srgbClr val="7B52B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Riva NIM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ASR (streaming) and TTS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service: nemo-speech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40280" y="1005840"/>
            <a:ext cx="4754880" cy="4709160"/>
          </a:xfrm>
          <a:prstGeom prst="roundRect">
            <a:avLst>
              <a:gd name="adj" fmla="val 2330"/>
            </a:avLst>
          </a:prstGeom>
          <a:solidFill>
            <a:srgbClr val="E3EFFC"/>
          </a:solidFill>
          <a:ln w="254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50008" y="1060704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Voice server · Python 3.12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server.py plugs the turn manager into build_app via SessionHooks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31720" y="160020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Voice package shell: WS /v1/realtime, VAD + 800 ms end of turn, ASR/TTS clients, transcript normalization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1720" y="224028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286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DelegationTurnManager: three lanes decoupled in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95728" y="2606040"/>
            <a:ext cx="1444752" cy="1508760"/>
          </a:xfrm>
          <a:prstGeom prst="roundRect">
            <a:avLst>
              <a:gd name="adj" fmla="val 5063"/>
            </a:avLst>
          </a:prstGeom>
          <a:solidFill>
            <a:srgbClr val="C9DFF8"/>
          </a:solidFill>
          <a:ln w="12700">
            <a:solidFill>
              <a:srgbClr val="2A78D6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Frontend lane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Decider: forced delegate() call, repair, hedge, guards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Spelling hold (M3.2)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04488" y="2606040"/>
            <a:ext cx="1444752" cy="1508760"/>
          </a:xfrm>
          <a:prstGeom prst="roundRect">
            <a:avLst>
              <a:gd name="adj" fmla="val 5063"/>
            </a:avLst>
          </a:prstGeom>
          <a:solidFill>
            <a:srgbClr val="C8EBDB"/>
          </a:solidFill>
          <a:ln w="12700">
            <a:solidFill>
              <a:srgbClr val="1D9A6C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 lane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BackendLink (WS)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ToolRelay: batch, screen args, result hints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Status verbalizer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13248" y="2606040"/>
            <a:ext cx="1444752" cy="1508760"/>
          </a:xfrm>
          <a:prstGeom prst="roundRect">
            <a:avLst>
              <a:gd name="adj" fmla="val 5063"/>
            </a:avLst>
          </a:prstGeom>
          <a:solidFill>
            <a:srgbClr val="F9D9C7"/>
          </a:solidFill>
          <a:ln w="12700">
            <a:solidFill>
              <a:srgbClr val="EB6834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Output lane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OutputQueue: one response, never over the user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Clean answers (G2)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Proactive status (M1)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23160" y="41788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Shared transcript: user / frontend / controller entries; playback outcome heard · partial · not_heard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461772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Configuration and fingerprint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profiles/*.yaml → delegation_agent.yaml → voice/*.yaml; prompts.yaml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Fix switches: M1 · M3 · G1 · G2 · I3/I4 (M2 off)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Logged per session: features, prompt hashes, session_tools_sha256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0920" y="1005840"/>
            <a:ext cx="2377440" cy="4709160"/>
          </a:xfrm>
          <a:prstGeom prst="roundRect">
            <a:avLst>
              <a:gd name="adj" fmla="val 4615"/>
            </a:avLst>
          </a:prstGeom>
          <a:solidFill>
            <a:srgbClr val="E2F4EC"/>
          </a:solidFill>
          <a:ln w="25400">
            <a:solidFill>
              <a:srgbClr val="1D9A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106070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 gateway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Python 3.12 · sidecar/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0" y="160020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gateway_server.py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WS /v1/backend · /health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52360" y="2240280"/>
            <a:ext cx="21945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1D9A6C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BackendController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State machine: NO_SESSION → IDLE ⇄ WORKING → CLOSING → CLOSED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ContextQueue: exactly-once history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Settle + outcome table; watchdog 330 s; respawn ≤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52360" y="425196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 prompt templates</a:t>
            </a:r>
            <a:endParaRPr lang="en-US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prompts.backend.yaml + prompt_features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49834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WorkerPool</a:t>
            </a:r>
            <a:endParaRPr lang="en-US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spawn · stop · kill · HERMES_HOME per worker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04120" y="1005840"/>
            <a:ext cx="1764792" cy="4709160"/>
          </a:xfrm>
          <a:prstGeom prst="roundRect">
            <a:avLst>
              <a:gd name="adj" fmla="val 6218"/>
            </a:avLst>
          </a:prstGeom>
          <a:solidFill>
            <a:srgbClr val="FDEEE6"/>
          </a:solidFill>
          <a:ln w="25400">
            <a:solidFill>
              <a:srgbClr val="EB68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13848" y="1060704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worker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Py 3.14 · per session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177272" y="1600200"/>
            <a:ext cx="1618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worker_main + WorkerCore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Unix socket, JSON lines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77272" y="2606040"/>
            <a:ext cx="16184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ToolFutures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tool blocks until tool.result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177272" y="3474720"/>
            <a:ext cx="161848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4DA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hermes_adapter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only Hermes import; toolset fdh_client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177272" y="4434840"/>
            <a:ext cx="161848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EB6834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AIAgent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run_conversation, steer, redirect, get_activity_summary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26080" y="60350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1EBF8"/>
          </a:solidFill>
          <a:ln w="25400">
            <a:solidFill>
              <a:srgbClr val="7B52B8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Frontend LLM: nemotron-3.5-lightning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OpenAI-compatible, thinking off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738360" y="6035040"/>
            <a:ext cx="2130552" cy="640080"/>
          </a:xfrm>
          <a:prstGeom prst="roundRect">
            <a:avLst>
              <a:gd name="adj" fmla="val 11429"/>
            </a:avLst>
          </a:prstGeom>
          <a:solidFill>
            <a:srgbClr val="F1EBF8"/>
          </a:solidFill>
          <a:ln w="25400">
            <a:solidFill>
              <a:srgbClr val="7B52B8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 LLM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nemotron-3-ultra, reasoning 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874520" y="1920240"/>
            <a:ext cx="36576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828800" y="1645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74520" y="4343400"/>
            <a:ext cx="36576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headEnd type="triangl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995160" y="3200400"/>
            <a:ext cx="36576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headEnd type="triangl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949440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38360" y="3200400"/>
            <a:ext cx="36576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headEnd type="triangl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646920" y="2926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socket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5715000"/>
            <a:ext cx="0" cy="32004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972800" y="5715000"/>
            <a:ext cx="0" cy="32004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995160" y="5212080"/>
            <a:ext cx="36576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dash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738360" y="5212080"/>
            <a:ext cx="36576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dash"/>
            <a:headEnd type="triangl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874520" y="4754880"/>
            <a:ext cx="36576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dash"/>
            <a:headEnd type="triangl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320040" y="6035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Solid: main path.  </a:t>
            </a:r>
            <a:pPr indent="0" marL="0">
              <a:buNone/>
            </a:pPr>
            <a:r>
              <a:rPr lang="en-US" sz="9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Dashed: tool round trip (worker → gateway → voice server → client function_call, and function_call_output back).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Appendix: frontend action vs. backend 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The frontend calls delegate() every turn; the gateway classifies it against a settled state to pick the Hermes action.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560320"/>
                <a:gridCol w="292608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User turn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NO_SESSION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IDLE (mid-conversation)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WORKING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New task or follow-up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(filler spoken, delegate)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New AIAgent(new_id)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run_conversation() continues the session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steer() or redirect(): redirect during a model call, otherwise steer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Asks for updates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(request=status)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Starts a new session with the query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Follow-up run_conversation()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get_activity_summary(); the task is not disturbed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Acknowledges the filler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(okay, thanks)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Frontend answers directly or stays silent; nothing is delegated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CEEF1"/>
          </a:solidFill>
          <a:ln w="25400">
            <a:solidFill>
              <a:srgbClr val="7A828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NO_SESSION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91840" y="4572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3EFFC"/>
          </a:solidFill>
          <a:ln w="25400">
            <a:solidFill>
              <a:srgbClr val="2A78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IDLE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52160" y="45720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DEEE6"/>
          </a:solidFill>
          <a:ln w="25400">
            <a:solidFill>
              <a:srgbClr val="EB683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4572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CEEF1"/>
          </a:solidFill>
          <a:ln w="25400">
            <a:solidFill>
              <a:srgbClr val="7A828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CLOSING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424160" y="4572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ECEEF1"/>
          </a:solidFill>
          <a:ln w="25400">
            <a:solidFill>
              <a:srgbClr val="7A828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CLOSED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377440" y="4892040"/>
            <a:ext cx="91440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2331720" y="4526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4800600"/>
            <a:ext cx="109728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754880" y="4480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 flipH="1">
            <a:off x="4754880" y="5029200"/>
            <a:ext cx="109728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754880" y="5230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run settles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589520" y="4892040"/>
            <a:ext cx="91440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758952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close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966960" y="4892040"/>
            <a:ext cx="457200" cy="0"/>
          </a:xfrm>
          <a:prstGeom prst="line">
            <a:avLst/>
          </a:prstGeom>
          <a:noFill/>
          <a:ln w="25400">
            <a:solidFill>
              <a:srgbClr val="3D3C38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548640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steer · redirect · status keep the state WORKING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Worker died or watchdog (330 s): the worker is respawned from controller state, the run's history is rolled back; at most 2 respawns per session.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Appendix: one delegated turn, end to 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3EFFC"/>
          </a:solidFill>
          <a:ln w="19050">
            <a:solidFill>
              <a:srgbClr val="2A78D6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Speech in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Client streams audio; VAD ends the turn after 800 ms; Riva ASR transcribes; spelled letters are joined.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0" y="1371600"/>
            <a:ext cx="411480" cy="4114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3EFFC"/>
          </a:solidFill>
          <a:ln w="19050">
            <a:solidFill>
              <a:srgbClr val="2A78D6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Frontend decides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forced delegate() call (hedged at 1.5 s, repaired once). New speech cancels it and merges into the next turn.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94960" y="1371600"/>
            <a:ext cx="411480" cy="4114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3EFFC"/>
          </a:solidFill>
          <a:ln w="19050">
            <a:solidFill>
              <a:srgbClr val="2A78D6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Filler + delegate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The filler is spoken at once via TTS; the turn goes to the gateway as delegate(turn_id, request, run_input).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411480" cy="4114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2F4EC"/>
          </a:solidFill>
          <a:ln w="19050">
            <a:solidFill>
              <a:srgbClr val="1D9A6C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Gateway acts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Controller settles the last run, renders queued context, sends run, steer, redirect or status to the worker.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064240" y="1371600"/>
            <a:ext cx="411480" cy="411480"/>
          </a:xfrm>
          <a:prstGeom prst="ellipse">
            <a:avLst/>
          </a:prstGeom>
          <a:solidFill>
            <a:srgbClr val="1D9A6C"/>
          </a:solidFill>
          <a:ln w="12700">
            <a:solidFill>
              <a:srgbClr val="1D9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DEEE6"/>
          </a:solidFill>
          <a:ln w="19050">
            <a:solidFill>
              <a:srgbClr val="EB6834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reasons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AIAgent runs with nemotron-3-ultra and calls session tools; each call blocks in ToolFutures.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60320" y="4023360"/>
            <a:ext cx="411480" cy="4114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931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2F4EC"/>
          </a:solidFill>
          <a:ln w="19050">
            <a:solidFill>
              <a:srgbClr val="1D9A6C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Tool round trip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tool.call goes to the client as a function_call; the output returns with a recovery note on a failed lookup.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94960" y="4023360"/>
            <a:ext cx="411480" cy="411480"/>
          </a:xfrm>
          <a:prstGeom prst="ellipse">
            <a:avLst/>
          </a:prstGeom>
          <a:solidFill>
            <a:srgbClr val="1D9A6C"/>
          </a:solidFill>
          <a:ln w="12700">
            <a:solidFill>
              <a:srgbClr val="1D9A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931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3EFFC"/>
          </a:solidFill>
          <a:ln w="19050">
            <a:solidFill>
              <a:srgbClr val="2A78D6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Progress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While WORKING, activity is kept for the frontend's next decision; M1 may speak one proactive line after 15 s of silence.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0" y="4023360"/>
            <a:ext cx="411480" cy="4114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3931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DEEE6"/>
          </a:solidFill>
          <a:ln w="19050">
            <a:solidFill>
              <a:srgbClr val="EB6834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Answer spoken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run_outcome commits history; the answer is cleaned (G2) and spoken, recording heard, partial or not_heard.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064240" y="4023360"/>
            <a:ext cx="411480" cy="4114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642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Lane colour:  </a:t>
            </a:r>
            <a:pPr indent="0" marL="0">
              <a:buNone/>
            </a:pPr>
            <a:r>
              <a:rPr lang="en-US" sz="11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blue = voice server · green = gateway · orange = Hermes worker / output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Appendix: process boundaries and message contract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validated contract, backend/protocol.py (v: 1, stdlib only), is shared by the Py 3.12 and Py 3.14 processes.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468880"/>
                <a:gridCol w="6492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Link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Transport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Messages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client ⇄ voice server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WS, OpenAI Realtime GA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audio, session.update, function_call, function_call_output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voice → gateway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WS /v1/backend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session.open, session.configure, history.append, delegate, tool.result, session.close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gateway → voice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same WebSocket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session.ready, session.configured, history.ack, state, action, tool.call, tool.cancel, activity, answer, backend_run_done, status, worker, error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gateway → worker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Unix socket, JSON lines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configure, run, steer, redirect, status, tool.result, interrupt, close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worker → gateway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same socket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ready, configured, steer_result, status_result, tool.call, tool.cancel, activity, run_outcome, closed, error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Run statuses: ok, failed, interrupted, error, deadline, worker_died, closed. Only ok, failed and interrupted commit history.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Appendix: module map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Path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Runs in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Role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server.py, config.py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voice server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entry point, config and profile loading, SessionHooks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engine/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voice server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turn_manager, transcript, output_scheduler, backend_link, spelling_hold, spoken_text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frontend/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voice server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delegate_tool, decider, status_verbalizer, prompts, llm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tools/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voice server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relay (tool batches, normalization), result_hints (I3/I4)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backend/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all (stdlib only)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protocol, writer, controller, context_queue, agent_like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sidecar/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gateway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gateway_server, session_runtime, worker_pool, homes, templates, inprocess_link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worker/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Hermes worker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worker_main, worker_core, tool_futures, hermes_adapter, fake_host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cli/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tools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59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delegation_replay, backend_probe, report_adapter, fingerprint_check, spelling_hold_replay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159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Docs: prototype-plan.md · runbook.md · workflow.csv · tau3-failure-fixes-plan.md · tau3-identity-fixes-plan.md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Delegation to a Hermes Backend: architecture</dc:title>
  <dc:subject>PptxGenJS Presentation</dc:subject>
  <dc:creator>PptxGenJS</dc:creator>
  <cp:lastModifiedBy>PptxGenJS</cp:lastModifiedBy>
  <cp:revision>1</cp:revision>
  <dcterms:created xsi:type="dcterms:W3CDTF">2026-10-05T15:41:36Z</dcterms:created>
  <dcterms:modified xsi:type="dcterms:W3CDTF">2026-10-05T15:41:36Z</dcterms:modified>
</cp:coreProperties>
</file>